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94F67"/>
                </a:solidFill>
                <a:latin typeface="Noto Sans CJK TC"/>
              </a:rPr>
              <a:t>BEHAVIORAL TEST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2A1B28"/>
                </a:solidFill>
                <a:latin typeface="Noto Sans CJK TC"/>
              </a:rPr>
              <a:t>手機 APP 信用卡
預借現金新增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F6570"/>
                </a:solidFill>
                <a:latin typeface="Noto Sans CJK TC"/>
              </a:rPr>
              <a:t>需求簡報｜測試版本 v0.1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9F3548"/>
                </a:solidFill>
                <a:latin typeface="Noto Sans CJK TC"/>
              </a:rPr>
              <a:t>※ 模擬資料，刻意保留尚未確認事項與版本差異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94F67"/>
                </a:solidFill>
                <a:latin typeface="Noto Sans CJK TC"/>
              </a:rPr>
              <a:t>需求簡報｜模擬測試資料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A1B28"/>
                </a:solidFill>
                <a:latin typeface="Noto Sans CJK TC"/>
              </a:rPr>
              <a:t>需求背景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94360" cy="45720"/>
          </a:xfrm>
          <a:prstGeom prst="rect">
            <a:avLst/>
          </a:prstGeom>
          <a:solidFill>
            <a:srgbClr val="6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目前信用卡預借現金主要透過 ATM、客服或分行協助辦理。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41448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希望新增手機 APP 預借現金功能，提升信用卡數位服務完整度。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99815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預期降低 ATM 與客服使用量。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94F67"/>
                </a:solidFill>
                <a:latin typeface="Noto Sans CJK TC"/>
              </a:rPr>
              <a:t>需求簡報｜模擬測試資料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A1B28"/>
                </a:solidFill>
                <a:latin typeface="Noto Sans CJK TC"/>
              </a:rPr>
              <a:t>目標與預計使用者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94360" cy="45720"/>
          </a:xfrm>
          <a:prstGeom prst="rect">
            <a:avLst/>
          </a:prstGeom>
          <a:solidFill>
            <a:srgbClr val="6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讓持卡人可在 APP 查看額度、輸入金額、選擇入帳帳戶、確認並完成預借現金。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41448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預計使用者：本行信用卡持卡人。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99815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初始想法包含正卡與附卡；卡片狀態正常且具預借額度即可使用。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94F67"/>
                </a:solidFill>
                <a:latin typeface="Noto Sans CJK TC"/>
              </a:rPr>
              <a:t>需求簡報｜模擬測試資料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A1B28"/>
                </a:solidFill>
                <a:latin typeface="Noto Sans CJK TC"/>
              </a:rPr>
              <a:t>預計流程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94360" cy="45720"/>
          </a:xfrm>
          <a:prstGeom prst="rect">
            <a:avLst/>
          </a:prstGeom>
          <a:solidFill>
            <a:srgbClr val="6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登入 APP → 信用卡 → 預借現金 → 顯示可用額度。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41448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輸入金額 → 選擇本人指定帳戶 → 確認 → 完成。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94F67"/>
                </a:solidFill>
                <a:latin typeface="Noto Sans CJK TC"/>
              </a:rPr>
              <a:t>需求簡報｜模擬測試資料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A1B28"/>
                </a:solidFill>
                <a:latin typeface="Noto Sans CJK TC"/>
              </a:rPr>
              <a:t>入帳帳戶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94360" cy="45720"/>
          </a:xfrm>
          <a:prstGeom prst="rect">
            <a:avLst/>
          </a:prstGeom>
          <a:solidFill>
            <a:srgbClr val="6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使用者可選擇「本人名下指定帳戶」。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41448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初期希望不要限制一定是本行帳戶，以增加便利性。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94F67"/>
                </a:solidFill>
                <a:latin typeface="Noto Sans CJK TC"/>
              </a:rPr>
              <a:t>需求簡報｜模擬測試資料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A1B28"/>
                </a:solidFill>
                <a:latin typeface="Noto Sans CJK TC"/>
              </a:rPr>
              <a:t>額度與驗證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94360" cy="45720"/>
          </a:xfrm>
          <a:prstGeom prst="rect">
            <a:avLst/>
          </a:prstGeom>
          <a:solidFill>
            <a:srgbClr val="6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APP 顯示信用卡可用預借現金額度，交易金額不得超過可用額度。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41448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暫定不另外設定 APP 單日交易上限。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99815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使用者已登入 APP，原則上沿用現有身分驗證；是否另外進行 OTP 待資訊評估。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94F67"/>
                </a:solidFill>
                <a:latin typeface="Noto Sans CJK TC"/>
              </a:rPr>
              <a:t>需求簡報｜模擬測試資料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A1B28"/>
                </a:solidFill>
                <a:latin typeface="Noto Sans CJK TC"/>
              </a:rPr>
              <a:t>費用與 Phase 1 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94360" cy="45720"/>
          </a:xfrm>
          <a:prstGeom prst="rect">
            <a:avLst/>
          </a:prstGeom>
          <a:solidFill>
            <a:srgbClr val="63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完成預借現金後顯示實際金額、手續費與交易結果；詳細費率依現行規定。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41448"/>
            <a:ext cx="106984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9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19556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A1B28"/>
                </a:solidFill>
                <a:latin typeface="Noto Sans CJK TC"/>
              </a:rPr>
              <a:t>• 希望第一階段所有信用卡持卡人皆可使用。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